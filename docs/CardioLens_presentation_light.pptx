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62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624"/>
                </a:solidFill>
                <a:latin typeface="Arial"/>
              </a:rPr>
              <a:t>Pooled out-of-fold ROC-AUC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A7F6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6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CAD</c:v>
                  </c:pt>
                  <c:pt idx="1">
                    <c:v>LAD</c:v>
                  </c:pt>
                  <c:pt idx="2">
                    <c:v>RCA</c:v>
                  </c:pt>
                  <c:pt idx="3">
                    <c:v>LCX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0.932</c:v>
                </c:pt>
                <c:pt idx="1">
                  <c:v>0.831</c:v>
                </c:pt>
                <c:pt idx="2">
                  <c:v>0.733</c:v>
                </c:pt>
                <c:pt idx="3">
                  <c:v>0.697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D16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6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D3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CardioLens 3D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Coronary risk studio: CAD and LAD / LCX / RCA stenosis probability on an interactive 3D heart, explained, and agent-ready.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Hackathon · Cardiovascular Risk Visualization &amp; Prediction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Yadav   ·   Indian Institute of Technology Madras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1097280" cy="64008"/>
          </a:xfrm>
          <a:prstGeom prst="rect">
            <a:avLst/>
          </a:prstGeom>
          <a:solidFill>
            <a:srgbClr val="0A7F66"/>
          </a:solidFill>
          <a:ln w="12700">
            <a:solidFill>
              <a:srgbClr val="0A7F6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reported as one bare number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Coronary artery disease is a leading cause of death; invasive angiography is the reference test but is costly and not risk-free.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risk scores give one percentage and little insight into which artery is affected or why.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need a transparent estimate per vessel (LAD, LCX, RCA), with reasons and honest limits, before deciding on imaging.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137160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5544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Per-vessel probability on a 3D heart, exact SHAP explanations, what-if curves, and a scan reading room, all in one file.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USE CASE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helps in care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patients for CT / angiography using routine clinical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508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decisions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patient which vessel is at risk and what drives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63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what-if changes (age, diabetes, EF) on a 3D heart.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3063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support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Calcium-candidate finder on CT; LV volumes and EF from cine MRI.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page: prediction, 3D heart, explanation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pic>
        <p:nvPicPr>
          <p:cNvPr id="5" name="Image 0" descr="01_overview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128016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colour = predicted probability (teal → amber → red) plus text and icon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vessel to fly to it; Solid / Glass / Vessels; Age +20 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browser, no GPU, no upload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26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· works offline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cross-validation, honest 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4389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120640" y="128016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of Z-Alizadeh Sani (UCI #411): 303 patients, 43 inputs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model families, 5×5 repeated stratified nested CV, log-loss tuning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Exported: logistic regression (L2; L1 for RCA) → exact SHAP, runs in the browser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columns never used as inputs (leakage guard); P(vessel) ≤ P(CAD)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engine equals scikit-learn to 5.6e-16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INTERPRETABILITY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probability?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pic>
        <p:nvPicPr>
          <p:cNvPr id="5" name="Image 0" descr="08_model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128016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SHAP bars per patient and per clinical domain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curves; out-of-range region hatched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 of 100 patients like this"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card: ROC, calibration, confusion matrix, limits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banner always visible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reading room: CT and cardiac MRI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pic>
        <p:nvPicPr>
          <p:cNvPr id="5" name="Image 0" descr="14_cine_panel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926080" cy="1855472"/>
          </a:xfrm>
          <a:prstGeom prst="rect">
            <a:avLst/>
          </a:prstGeom>
        </p:spPr>
      </p:pic>
      <p:pic>
        <p:nvPicPr>
          <p:cNvPr id="6" name="Image 1" descr="14_lv_in_3d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188720"/>
            <a:ext cx="2011680" cy="172971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 NIfTI / DICOM / zip, calcium candidates, heart box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 MRI: LV EDV, ESV, EF, CO → beating LV in 3D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in the tab, never uploaded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estimates, not validated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WEBMCP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Agent-native, privacy by design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pic>
        <p:nvPicPr>
          <p:cNvPr id="5" name="Image 0" descr="10_approval_di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128016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tools on document.modelContext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numbers and metadata only; guard blocks arrays and images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meter shows what crossed the boundary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export_findings waits for human approval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pic>
        <p:nvPicPr>
          <p:cNvPr id="5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097280"/>
            <a:ext cx="4480560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and quality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pandas, scikit-learn, SHAP, FastAPI (optional API)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vanilla JavaScript, three.js r128, BodyParts3D atlas, WebMCP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Packaging: one self-contained HTML file; Docker; GitHub Pages / Render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 automated checks: parity, API, scan, room, DICOM, cine, Chromium browser tests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requests; CSP restricts the page to its own origin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next steps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Single-centre data (303 patients, 71% CAD); no external validation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LCX (0.70) and RCA (0.73) are only weakly predictable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adult atlas, not patient-specific anatomy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score and MRI estimates are unvalidated demonstrations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external validation, whole-heart segmentation, clinician study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RESOURCES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education and decision support. Not a diagnostic device.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[URL]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[URL]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(YouTube, unlisted): https://youtu.be/bZg4DH5eqr8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D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theharshyadhav@gmail.com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CardioLens 3D</dc:title>
  <dc:subject>PptxGenJS Presentation</dc:subject>
  <dc:creator>Harsh Yadav</dc:creator>
  <cp:lastModifiedBy>Harsh Yadav</cp:lastModifiedBy>
  <cp:revision>1</cp:revision>
  <dcterms:created xsi:type="dcterms:W3CDTF">2026-10-20T08:43:00Z</dcterms:created>
  <dcterms:modified xsi:type="dcterms:W3CDTF">2026-10-20T08:43:00Z</dcterms:modified>
</cp:coreProperties>
</file>